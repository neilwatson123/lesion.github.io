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0306FD-886A-4463-B078-B565B9901A75}" v="1" dt="2025-12-23T10:16:52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2" autoAdjust="0"/>
    <p:restoredTop sz="94660"/>
  </p:normalViewPr>
  <p:slideViewPr>
    <p:cSldViewPr snapToGrid="0">
      <p:cViewPr varScale="1">
        <p:scale>
          <a:sx n="40" d="100"/>
          <a:sy n="40" d="100"/>
        </p:scale>
        <p:origin x="29" y="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Watson" userId="fb390cfcb650cb4a" providerId="LiveId" clId="{7EE97F63-9524-45E8-B5F1-8478BF8C8EB2}"/>
    <pc:docChg chg="custSel addSld modSld">
      <pc:chgData name="Neil Watson" userId="fb390cfcb650cb4a" providerId="LiveId" clId="{7EE97F63-9524-45E8-B5F1-8478BF8C8EB2}" dt="2025-12-23T10:16:56.057" v="17" actId="1076"/>
      <pc:docMkLst>
        <pc:docMk/>
      </pc:docMkLst>
      <pc:sldChg chg="addSp delSp modSp new mod">
        <pc:chgData name="Neil Watson" userId="fb390cfcb650cb4a" providerId="LiveId" clId="{7EE97F63-9524-45E8-B5F1-8478BF8C8EB2}" dt="2025-12-23T10:16:15.449" v="8" actId="2085"/>
        <pc:sldMkLst>
          <pc:docMk/>
          <pc:sldMk cId="442524517" sldId="257"/>
        </pc:sldMkLst>
        <pc:spChg chg="del">
          <ac:chgData name="Neil Watson" userId="fb390cfcb650cb4a" providerId="LiveId" clId="{7EE97F63-9524-45E8-B5F1-8478BF8C8EB2}" dt="2025-12-23T10:15:52.790" v="4" actId="478"/>
          <ac:spMkLst>
            <pc:docMk/>
            <pc:sldMk cId="442524517" sldId="257"/>
            <ac:spMk id="2" creationId="{F0EEEBDE-F80E-2E22-4487-5486A0B52953}"/>
          </ac:spMkLst>
        </pc:spChg>
        <pc:spChg chg="del mod">
          <ac:chgData name="Neil Watson" userId="fb390cfcb650cb4a" providerId="LiveId" clId="{7EE97F63-9524-45E8-B5F1-8478BF8C8EB2}" dt="2025-12-23T10:15:53.416" v="5" actId="478"/>
          <ac:spMkLst>
            <pc:docMk/>
            <pc:sldMk cId="442524517" sldId="257"/>
            <ac:spMk id="3" creationId="{50087E3F-CB54-54D6-A81C-8987D9E75421}"/>
          </ac:spMkLst>
        </pc:spChg>
        <pc:spChg chg="add mod">
          <ac:chgData name="Neil Watson" userId="fb390cfcb650cb4a" providerId="LiveId" clId="{7EE97F63-9524-45E8-B5F1-8478BF8C8EB2}" dt="2025-12-23T10:16:15.449" v="8" actId="2085"/>
          <ac:spMkLst>
            <pc:docMk/>
            <pc:sldMk cId="442524517" sldId="257"/>
            <ac:spMk id="6" creationId="{DC024772-5A48-FFEB-4D03-E868FE3A3624}"/>
          </ac:spMkLst>
        </pc:spChg>
        <pc:picChg chg="add mod">
          <ac:chgData name="Neil Watson" userId="fb390cfcb650cb4a" providerId="LiveId" clId="{7EE97F63-9524-45E8-B5F1-8478BF8C8EB2}" dt="2025-12-23T10:15:51.248" v="2" actId="27614"/>
          <ac:picMkLst>
            <pc:docMk/>
            <pc:sldMk cId="442524517" sldId="257"/>
            <ac:picMk id="5" creationId="{87351E95-2441-DFC4-B1E7-E4CFFCDD56C0}"/>
          </ac:picMkLst>
        </pc:picChg>
      </pc:sldChg>
      <pc:sldChg chg="addSp delSp modSp new mod">
        <pc:chgData name="Neil Watson" userId="fb390cfcb650cb4a" providerId="LiveId" clId="{7EE97F63-9524-45E8-B5F1-8478BF8C8EB2}" dt="2025-12-23T10:16:56.057" v="17" actId="1076"/>
        <pc:sldMkLst>
          <pc:docMk/>
          <pc:sldMk cId="3831842072" sldId="258"/>
        </pc:sldMkLst>
        <pc:spChg chg="del">
          <ac:chgData name="Neil Watson" userId="fb390cfcb650cb4a" providerId="LiveId" clId="{7EE97F63-9524-45E8-B5F1-8478BF8C8EB2}" dt="2025-12-23T10:16:47.773" v="13" actId="478"/>
          <ac:spMkLst>
            <pc:docMk/>
            <pc:sldMk cId="3831842072" sldId="258"/>
            <ac:spMk id="2" creationId="{A178BA02-820B-B1EF-16AB-3AA8E83A0B65}"/>
          </ac:spMkLst>
        </pc:spChg>
        <pc:spChg chg="del">
          <ac:chgData name="Neil Watson" userId="fb390cfcb650cb4a" providerId="LiveId" clId="{7EE97F63-9524-45E8-B5F1-8478BF8C8EB2}" dt="2025-12-23T10:16:49.044" v="14" actId="478"/>
          <ac:spMkLst>
            <pc:docMk/>
            <pc:sldMk cId="3831842072" sldId="258"/>
            <ac:spMk id="3" creationId="{59F0277D-1EC8-BB9E-C5B3-EFA33A80CE94}"/>
          </ac:spMkLst>
        </pc:spChg>
        <pc:spChg chg="add mod">
          <ac:chgData name="Neil Watson" userId="fb390cfcb650cb4a" providerId="LiveId" clId="{7EE97F63-9524-45E8-B5F1-8478BF8C8EB2}" dt="2025-12-23T10:16:56.057" v="17" actId="1076"/>
          <ac:spMkLst>
            <pc:docMk/>
            <pc:sldMk cId="3831842072" sldId="258"/>
            <ac:spMk id="6" creationId="{748887C8-21D0-3A5F-5A70-6B6AB2242562}"/>
          </ac:spMkLst>
        </pc:spChg>
        <pc:picChg chg="add mod">
          <ac:chgData name="Neil Watson" userId="fb390cfcb650cb4a" providerId="LiveId" clId="{7EE97F63-9524-45E8-B5F1-8478BF8C8EB2}" dt="2025-12-23T10:16:54.842" v="16" actId="1076"/>
          <ac:picMkLst>
            <pc:docMk/>
            <pc:sldMk cId="3831842072" sldId="258"/>
            <ac:picMk id="5" creationId="{DFB7D552-981C-2B2D-8A15-D22807F891B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203F1-7888-DADA-01FB-4F088E4E7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DF6BED-6289-3CED-0210-7E7A32902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6C6F2-617F-2B6C-2012-87D7EA98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DB4E-C873-4E9F-B924-7D533384F08B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09FFD-CC11-0334-DA44-E58007C10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7D25B-CE08-805D-33E4-62EB1424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C039-EFB7-4C56-A683-582D782B27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07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2F036-AAC0-3D3F-A17B-C51CBE4B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96760-888A-2765-982D-C16E78CD4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4217E-2650-316B-3068-B6021BC8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DB4E-C873-4E9F-B924-7D533384F08B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DEF84-5042-1383-11E9-31558259C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C3071-959D-CE3B-79B7-3F1A8BB5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C039-EFB7-4C56-A683-582D782B27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59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880F-3192-39A4-F0B6-EE3C4FCE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4BF92-20F9-E905-08D2-743925A74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02CD7-0301-449F-DD84-B3591B5F7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DB4E-C873-4E9F-B924-7D533384F08B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36E8D-3752-B01E-15E7-63D0818D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E3F7A-600A-732C-947C-AF5326EF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C039-EFB7-4C56-A683-582D782B27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708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7AE78-474D-D281-24BE-315A1C93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F5EF8-9F9F-DF54-2771-88E738C24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CF934-18E0-AFE1-4B0F-8C7486669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0E1A2-875C-32BD-06D1-3225EF397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DB4E-C873-4E9F-B924-7D533384F08B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B2A09-82E1-7CE9-2B43-F35569787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132F3-6CC7-C4C4-882B-A12BAC3A9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C039-EFB7-4C56-A683-582D782B27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967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260AE-C52A-23D0-280C-6042CF545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D71CC-B5F5-632B-F8C2-F431A4AC8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3556F-12A3-049B-0E73-D17188618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EDD8F2-C75D-6DA4-87FB-295600403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8CB5F4-B54E-0465-68D6-FFF97EC1D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102FB-C773-46FF-D63C-92E30B37C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DB4E-C873-4E9F-B924-7D533384F08B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12649C-2C94-73C6-41DF-FFEBF0C7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8DBFDA-1B52-855D-8B66-98EEF07E3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C039-EFB7-4C56-A683-582D782B27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938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46C9-B2F7-817F-4385-CB95A6924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A4D83E-3338-46DD-6ECB-3A32B6C9D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DB4E-C873-4E9F-B924-7D533384F08B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43232-AF62-4C3B-0A84-70A4F161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BA957-2A4F-0FB8-3076-C52A71A6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C039-EFB7-4C56-A683-582D782B27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847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B626CC-547A-E3A2-5639-3995AE0E8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DB4E-C873-4E9F-B924-7D533384F08B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F23371-20BD-55BC-7F50-250AFC10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A10AF-0691-30B4-21CE-A79A4AD7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C039-EFB7-4C56-A683-582D782B27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63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3DE7-7AB8-B117-5CB7-E6BF5E5F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979FC-8040-37C9-F078-AF138C9D6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4873B-C76D-98B0-C8E2-2635AAD9A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C1B4E-B7F3-44FC-4280-8CCDAA603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DB4E-C873-4E9F-B924-7D533384F08B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7D7A2-53B3-9240-F92A-748E77B6A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896ED-94DD-ADAE-F1E9-1F135EBB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C039-EFB7-4C56-A683-582D782B27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9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BE61-6213-1FC9-45F0-5DD49B5F2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119BDF-D465-E9D3-3F45-4534396220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F4F0D-E01F-CDAB-D3A7-DAA62AF26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47BC4-0186-3470-4DB0-0F4E02A14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DB4E-C873-4E9F-B924-7D533384F08B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BABF7-CD7C-57C7-7CC8-CB828462A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EE279-F873-41E8-1DBA-013280D8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C039-EFB7-4C56-A683-582D782B27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015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0AEBE-BE2C-0DE4-FE30-A728B620D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AADBA-4477-935F-6D17-863C3C166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2B7AD-2453-C2B1-665F-CBBFD912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DB4E-C873-4E9F-B924-7D533384F08B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577A2-C108-734F-16C9-BD1F5ACD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70FA2-7932-7D6E-379B-87EF1602D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C039-EFB7-4C56-A683-582D782B27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76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76ECE4-B4FB-DEC3-4F71-AE9C7CE41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23F14-7843-87A1-9658-1D16F46C5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5F7C2-E659-C546-CC94-0247C2E5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DB4E-C873-4E9F-B924-7D533384F08B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5822A-9943-9002-43B8-FDAA871FC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D06E-BF43-F4C3-9AF9-716209D4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C039-EFB7-4C56-A683-582D782B27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141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366AF-A21A-7FD3-ECDE-5B2395DE2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67A71-94C4-CFBA-71AB-305CC4244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97C3E-D064-C6FC-A3F4-61F551A20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6DB4E-C873-4E9F-B924-7D533384F08B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76890-D72A-E24B-A64C-9F291198F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02783-7C9D-FFBC-1CF3-C2BA88D15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BC039-EFB7-4C56-A683-582D782B27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63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brain mri&#10;&#10;AI-generated content may be incorrect.">
            <a:extLst>
              <a:ext uri="{FF2B5EF4-FFF2-40B4-BE49-F238E27FC236}">
                <a16:creationId xmlns:a16="http://schemas.microsoft.com/office/drawing/2014/main" id="{F31BBC9B-B642-B97B-DBE8-0F3D094D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487" y="0"/>
            <a:ext cx="6677025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1EF446-CBCD-85AA-217A-0859878D5C84}"/>
              </a:ext>
            </a:extLst>
          </p:cNvPr>
          <p:cNvSpPr/>
          <p:nvPr/>
        </p:nvSpPr>
        <p:spPr>
          <a:xfrm>
            <a:off x="2873829" y="0"/>
            <a:ext cx="352697" cy="3265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335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brain scan&#10;&#10;AI-generated content may be incorrect.">
            <a:extLst>
              <a:ext uri="{FF2B5EF4-FFF2-40B4-BE49-F238E27FC236}">
                <a16:creationId xmlns:a16="http://schemas.microsoft.com/office/drawing/2014/main" id="{87351E95-2441-DFC4-B1E7-E4CFFCDD5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732" y="47153"/>
            <a:ext cx="6706536" cy="67636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024772-5A48-FFEB-4D03-E868FE3A3624}"/>
              </a:ext>
            </a:extLst>
          </p:cNvPr>
          <p:cNvSpPr/>
          <p:nvPr/>
        </p:nvSpPr>
        <p:spPr>
          <a:xfrm>
            <a:off x="2939143" y="47153"/>
            <a:ext cx="222068" cy="4492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524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brain&#10;&#10;AI-generated content may be incorrect.">
            <a:extLst>
              <a:ext uri="{FF2B5EF4-FFF2-40B4-BE49-F238E27FC236}">
                <a16:creationId xmlns:a16="http://schemas.microsoft.com/office/drawing/2014/main" id="{DFB7D552-981C-2B2D-8A15-D22807F89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69" y="370570"/>
            <a:ext cx="6716062" cy="64874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8887C8-21D0-3A5F-5A70-6B6AB2242562}"/>
              </a:ext>
            </a:extLst>
          </p:cNvPr>
          <p:cNvSpPr/>
          <p:nvPr/>
        </p:nvSpPr>
        <p:spPr>
          <a:xfrm>
            <a:off x="2818965" y="370570"/>
            <a:ext cx="352697" cy="3265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842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Watson</dc:creator>
  <cp:lastModifiedBy>Neil Watson</cp:lastModifiedBy>
  <cp:revision>1</cp:revision>
  <dcterms:created xsi:type="dcterms:W3CDTF">2025-12-23T10:14:17Z</dcterms:created>
  <dcterms:modified xsi:type="dcterms:W3CDTF">2025-12-23T10:17:04Z</dcterms:modified>
</cp:coreProperties>
</file>