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57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60AB1-D290-47C9-9C67-1E7D151D3257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89E9A-F275-4C37-89C5-4ACDB75DA3A1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Final scan 29.1.24</a:t>
            </a:r>
            <a:r>
              <a:rPr lang="en-GB" baseline="0" dirty="0" smtClean="0"/>
              <a:t> progressive mass, effacement, </a:t>
            </a:r>
            <a:r>
              <a:rPr lang="en-GB" baseline="0" dirty="0" err="1" smtClean="0"/>
              <a:t>cushingoid</a:t>
            </a:r>
            <a:r>
              <a:rPr lang="en-GB" baseline="0" dirty="0" smtClean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89E9A-F275-4C37-89C5-4ACDB75DA3A1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BE544-E609-486F-91F4-C4A8B407185B}" type="datetimeFigureOut">
              <a:rPr lang="en-GB" smtClean="0"/>
              <a:t>22/07/2025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71F90-45B8-4F1C-9152-149F2520868E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5250" y="22225"/>
            <a:ext cx="6411913" cy="681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flipV="1">
            <a:off x="4067944" y="4509120"/>
            <a:ext cx="216024" cy="11265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47864" y="449982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Lesion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08" y="44624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A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59632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Right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32240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Left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5656" y="551723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Cerebellar hemisphere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2411760" y="5373216"/>
            <a:ext cx="936104" cy="36004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3203848" y="3861048"/>
            <a:ext cx="504056" cy="72008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83768" y="3573016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Right VII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48064" y="458112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4</a:t>
            </a:r>
            <a:r>
              <a:rPr lang="en-GB" sz="1400" baseline="30000" dirty="0" smtClean="0">
                <a:solidFill>
                  <a:srgbClr val="FFC000"/>
                </a:solidFill>
              </a:rPr>
              <a:t>th</a:t>
            </a:r>
            <a:r>
              <a:rPr lang="en-GB" sz="1400" dirty="0" smtClean="0">
                <a:solidFill>
                  <a:srgbClr val="FFC000"/>
                </a:solidFill>
              </a:rPr>
              <a:t> ventricle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H="1" flipV="1">
            <a:off x="4932040" y="4509120"/>
            <a:ext cx="288032" cy="144016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67944" y="371703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Pons</a:t>
            </a:r>
            <a:endParaRPr lang="en-GB" sz="1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3775" y="-57150"/>
            <a:ext cx="7154863" cy="697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71600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Anterior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8264" y="6413266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Posterior</a:t>
            </a:r>
            <a:endParaRPr lang="en-GB" sz="2000" dirty="0">
              <a:solidFill>
                <a:srgbClr val="FFC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652120" y="4077072"/>
            <a:ext cx="216024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6136" y="407707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Lesion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4208" y="393305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4</a:t>
            </a:r>
            <a:r>
              <a:rPr lang="en-GB" sz="1400" baseline="30000" dirty="0" smtClean="0">
                <a:solidFill>
                  <a:srgbClr val="FFC000"/>
                </a:solidFill>
              </a:rPr>
              <a:t>th</a:t>
            </a:r>
            <a:r>
              <a:rPr lang="en-GB" sz="1400" dirty="0" smtClean="0">
                <a:solidFill>
                  <a:srgbClr val="FFC000"/>
                </a:solidFill>
              </a:rPr>
              <a:t> ventricle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5868144" y="3789040"/>
            <a:ext cx="648072" cy="216024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83968" y="443711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Medulla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076056" y="4437112"/>
            <a:ext cx="216024" cy="81881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644008" y="3645024"/>
            <a:ext cx="216024" cy="81881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95936" y="3645024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Pons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39952" y="299695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Midbrain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4932040" y="2996952"/>
            <a:ext cx="216024" cy="81881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88024" y="836712"/>
            <a:ext cx="8640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Body of corpus callosum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3995936" y="1988840"/>
            <a:ext cx="288032" cy="52844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47864" y="1772816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C000"/>
                </a:solidFill>
              </a:rPr>
              <a:t>G</a:t>
            </a:r>
            <a:r>
              <a:rPr lang="en-GB" sz="1400" dirty="0" smtClean="0">
                <a:solidFill>
                  <a:srgbClr val="FFC000"/>
                </a:solidFill>
              </a:rPr>
              <a:t>enu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56176" y="191683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Splenium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6084168" y="2204864"/>
            <a:ext cx="144016" cy="216024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148064" y="1556792"/>
            <a:ext cx="0" cy="216024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6516216" y="3573016"/>
            <a:ext cx="360040" cy="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04248" y="342900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Cerebellum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6300192" y="2780928"/>
            <a:ext cx="432048" cy="144016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8224" y="2348880"/>
            <a:ext cx="1152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Superior cerebellar cistern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08104" y="587727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Cervical spinal cord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H="1" flipV="1">
            <a:off x="5292080" y="5805264"/>
            <a:ext cx="360040" cy="216024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5940152" y="4509120"/>
            <a:ext cx="432048" cy="288032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00192" y="4725144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Cerebellar tonsil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79912" y="980728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Lateral ventricle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4427984" y="1484784"/>
            <a:ext cx="360040" cy="504056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3568" y="-27384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B</a:t>
            </a:r>
            <a:endParaRPr lang="en-GB" sz="2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5238" y="-47625"/>
            <a:ext cx="6611937" cy="695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331640" y="0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C000"/>
                </a:solidFill>
              </a:rPr>
              <a:t>C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67744" y="1484784"/>
            <a:ext cx="1872208" cy="1008112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87624" y="980728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>
                <a:solidFill>
                  <a:srgbClr val="FF0000"/>
                </a:solidFill>
              </a:rPr>
              <a:t>Ventricular access device </a:t>
            </a:r>
            <a:endParaRPr lang="en-GB" sz="1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52120" y="0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Frontal horn of lateral ventricle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052" y="548680"/>
            <a:ext cx="1116124" cy="1421002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72000" y="1340768"/>
            <a:ext cx="2304256" cy="1420998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4208" y="83671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Septum pellucidum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16016" y="3140968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Third ventricle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7624" y="5157192"/>
            <a:ext cx="1080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Posterior horn of lateral ventricle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2195736" y="4509120"/>
            <a:ext cx="1152128" cy="72008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5508104" y="4437112"/>
            <a:ext cx="1296144" cy="72008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16216" y="5085184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Choroid plexus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59632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Right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32240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Left</a:t>
            </a:r>
            <a:endParaRPr lang="en-GB" sz="2000" dirty="0">
              <a:solidFill>
                <a:srgbClr val="FFC00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499992" y="3520166"/>
            <a:ext cx="432048" cy="5285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923928" y="6813376"/>
            <a:ext cx="576064" cy="1166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7740352" y="4437112"/>
            <a:ext cx="504056" cy="2664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7163" y="-80963"/>
            <a:ext cx="6288087" cy="702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Arrow Connector 4"/>
          <p:cNvCxnSpPr/>
          <p:nvPr/>
        </p:nvCxnSpPr>
        <p:spPr>
          <a:xfrm flipV="1">
            <a:off x="4067944" y="4509120"/>
            <a:ext cx="216024" cy="11265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47864" y="449982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Lesion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36354" y="0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rgbClr val="FFC000"/>
                </a:solidFill>
              </a:rPr>
              <a:t>D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9632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Right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2240" y="6413266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C000"/>
                </a:solidFill>
              </a:rPr>
              <a:t>Left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59832" y="5589240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Cerebellar hemisphere</a:t>
            </a:r>
            <a:endParaRPr lang="en-GB" sz="1400" dirty="0">
              <a:solidFill>
                <a:srgbClr val="FFC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563888" y="5301208"/>
            <a:ext cx="144016" cy="36004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39952" y="364502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Pons</a:t>
            </a:r>
            <a:endParaRPr lang="en-GB" sz="1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76</Words>
  <Application>Microsoft Office PowerPoint</Application>
  <PresentationFormat>On-screen Show (4:3)</PresentationFormat>
  <Paragraphs>41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NHS Lothian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7329119</dc:creator>
  <cp:lastModifiedBy>7329119</cp:lastModifiedBy>
  <cp:revision>16</cp:revision>
  <dcterms:created xsi:type="dcterms:W3CDTF">2025-07-22T15:17:15Z</dcterms:created>
  <dcterms:modified xsi:type="dcterms:W3CDTF">2025-07-22T16:51:17Z</dcterms:modified>
</cp:coreProperties>
</file>