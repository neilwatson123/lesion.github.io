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9" autoAdjust="0"/>
    <p:restoredTop sz="94660"/>
  </p:normalViewPr>
  <p:slideViewPr>
    <p:cSldViewPr snapToGrid="0">
      <p:cViewPr>
        <p:scale>
          <a:sx n="66" d="100"/>
          <a:sy n="66" d="100"/>
        </p:scale>
        <p:origin x="-134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Watson" userId="fb390cfcb650cb4a" providerId="LiveId" clId="{7EE97F63-9524-45E8-B5F1-8478BF8C8EB2}"/>
    <pc:docChg chg="custSel addSld modSld">
      <pc:chgData name="Neil Watson" userId="fb390cfcb650cb4a" providerId="LiveId" clId="{7EE97F63-9524-45E8-B5F1-8478BF8C8EB2}" dt="2025-12-23T14:02:26.725" v="15" actId="478"/>
      <pc:docMkLst>
        <pc:docMk/>
      </pc:docMkLst>
      <pc:sldChg chg="addSp delSp modSp new mod">
        <pc:chgData name="Neil Watson" userId="fb390cfcb650cb4a" providerId="LiveId" clId="{7EE97F63-9524-45E8-B5F1-8478BF8C8EB2}" dt="2025-12-23T14:01:39.496" v="5" actId="478"/>
        <pc:sldMkLst>
          <pc:docMk/>
          <pc:sldMk cId="1724547608" sldId="257"/>
        </pc:sldMkLst>
        <pc:spChg chg="del">
          <ac:chgData name="Neil Watson" userId="fb390cfcb650cb4a" providerId="LiveId" clId="{7EE97F63-9524-45E8-B5F1-8478BF8C8EB2}" dt="2025-12-23T14:01:39.496" v="5" actId="478"/>
          <ac:spMkLst>
            <pc:docMk/>
            <pc:sldMk cId="1724547608" sldId="257"/>
            <ac:spMk id="2" creationId="{FC6A536C-B684-AB26-317E-2AFE07BB6F6B}"/>
          </ac:spMkLst>
        </pc:spChg>
        <pc:spChg chg="del">
          <ac:chgData name="Neil Watson" userId="fb390cfcb650cb4a" providerId="LiveId" clId="{7EE97F63-9524-45E8-B5F1-8478BF8C8EB2}" dt="2025-12-23T14:01:38.532" v="4" actId="478"/>
          <ac:spMkLst>
            <pc:docMk/>
            <pc:sldMk cId="1724547608" sldId="257"/>
            <ac:spMk id="3" creationId="{2396CDCD-0733-5BC1-23EF-1AF9EB157DF2}"/>
          </ac:spMkLst>
        </pc:spChg>
        <pc:picChg chg="add mod">
          <ac:chgData name="Neil Watson" userId="fb390cfcb650cb4a" providerId="LiveId" clId="{7EE97F63-9524-45E8-B5F1-8478BF8C8EB2}" dt="2025-12-23T14:01:36.161" v="3" actId="962"/>
          <ac:picMkLst>
            <pc:docMk/>
            <pc:sldMk cId="1724547608" sldId="257"/>
            <ac:picMk id="5" creationId="{DA7156D8-F079-64BA-5356-EE7AA269F84D}"/>
          </ac:picMkLst>
        </pc:picChg>
      </pc:sldChg>
      <pc:sldChg chg="addSp modSp new mod">
        <pc:chgData name="Neil Watson" userId="fb390cfcb650cb4a" providerId="LiveId" clId="{7EE97F63-9524-45E8-B5F1-8478BF8C8EB2}" dt="2025-12-23T14:02:03.096" v="9" actId="962"/>
        <pc:sldMkLst>
          <pc:docMk/>
          <pc:sldMk cId="2460340174" sldId="258"/>
        </pc:sldMkLst>
        <pc:picChg chg="add mod">
          <ac:chgData name="Neil Watson" userId="fb390cfcb650cb4a" providerId="LiveId" clId="{7EE97F63-9524-45E8-B5F1-8478BF8C8EB2}" dt="2025-12-23T14:02:03.096" v="9" actId="962"/>
          <ac:picMkLst>
            <pc:docMk/>
            <pc:sldMk cId="2460340174" sldId="258"/>
            <ac:picMk id="5" creationId="{C74EB657-6FC7-4B20-D4BE-1C6600F21398}"/>
          </ac:picMkLst>
        </pc:picChg>
      </pc:sldChg>
      <pc:sldChg chg="addSp delSp modSp new mod">
        <pc:chgData name="Neil Watson" userId="fb390cfcb650cb4a" providerId="LiveId" clId="{7EE97F63-9524-45E8-B5F1-8478BF8C8EB2}" dt="2025-12-23T14:02:26.725" v="15" actId="478"/>
        <pc:sldMkLst>
          <pc:docMk/>
          <pc:sldMk cId="3077697241" sldId="259"/>
        </pc:sldMkLst>
        <pc:spChg chg="del">
          <ac:chgData name="Neil Watson" userId="fb390cfcb650cb4a" providerId="LiveId" clId="{7EE97F63-9524-45E8-B5F1-8478BF8C8EB2}" dt="2025-12-23T14:02:26.725" v="15" actId="478"/>
          <ac:spMkLst>
            <pc:docMk/>
            <pc:sldMk cId="3077697241" sldId="259"/>
            <ac:spMk id="2" creationId="{EBB30062-8CF0-6625-B1F2-25F50BF14398}"/>
          </ac:spMkLst>
        </pc:spChg>
        <pc:spChg chg="del">
          <ac:chgData name="Neil Watson" userId="fb390cfcb650cb4a" providerId="LiveId" clId="{7EE97F63-9524-45E8-B5F1-8478BF8C8EB2}" dt="2025-12-23T14:02:25.970" v="14" actId="478"/>
          <ac:spMkLst>
            <pc:docMk/>
            <pc:sldMk cId="3077697241" sldId="259"/>
            <ac:spMk id="3" creationId="{3899BE49-A9D1-314E-3EDE-07E2B9E53AB6}"/>
          </ac:spMkLst>
        </pc:spChg>
        <pc:picChg chg="add mod">
          <ac:chgData name="Neil Watson" userId="fb390cfcb650cb4a" providerId="LiveId" clId="{7EE97F63-9524-45E8-B5F1-8478BF8C8EB2}" dt="2025-12-23T14:02:24.421" v="13" actId="962"/>
          <ac:picMkLst>
            <pc:docMk/>
            <pc:sldMk cId="3077697241" sldId="259"/>
            <ac:picMk id="5" creationId="{45A618C5-01E3-3330-52D1-1D776E9D91D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4776B-FC38-0669-4152-8DD035450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B05E7-EE39-F919-DE3B-B2A797186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73723-04A1-4891-F078-6D3490192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5E619-284E-4B89-9B18-DB8D3DEDCE58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47316-902D-D7D2-868F-0362F3B72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29172-93B1-9BC6-71DD-5CA2CC18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B131-E5B8-494A-9E7E-838568198F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964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0DAB2-3780-B74E-7F61-99D70287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F1758-81B9-5EF6-8F3F-D2ECDB94E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35568-03F6-226A-80BE-5EEFBD17F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5E619-284E-4B89-9B18-DB8D3DEDCE58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85303-07E3-E1B4-D1AE-E3892F3E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2CA6-10CF-D891-35BD-D946E0F9D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B131-E5B8-494A-9E7E-838568198F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8520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17AA-5BB1-D19D-B2B4-E53B2A2EB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4B54F-7519-9B5A-0FA6-220BDF666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DA58C-572A-DAAA-C15B-5915113EE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5E619-284E-4B89-9B18-DB8D3DEDCE58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67CC4-A4BB-4A54-E0C7-E30807722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D6147-FD61-367B-2A99-CF8D3B7DD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B131-E5B8-494A-9E7E-838568198F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4988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78C89-D4E7-B33E-D3AA-34D11AF41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19D04-BED9-66B3-45F9-81C1B17F91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FD9B6-0AEC-7B3C-A8D9-D68B963C0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E40B7-24FD-1477-ADEB-A0999517A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5E619-284E-4B89-9B18-DB8D3DEDCE58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4B446-C6AD-2240-04CE-D56A48B05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9C862-E153-F3CB-A8C8-05CC8CF8B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B131-E5B8-494A-9E7E-838568198F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25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067F8-951A-487B-DF45-3FAD35104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3CFAB-2F96-1385-6015-6E745020E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0A34B-108F-BAF4-CB60-BEB30105F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459529-4875-73B3-DDC2-44258C0824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521E61-C1CE-2CEC-6C42-187BA2D6AB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B17DCF-94EF-A389-9E2E-F0EECF92E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5E619-284E-4B89-9B18-DB8D3DEDCE58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AC6430-6606-36B6-F6A5-BDB12DDA1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07D209-B4BE-FA91-72A5-2C51A16A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B131-E5B8-494A-9E7E-838568198F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94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3599-8D1C-112F-9890-6DC2C294D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37AF50-10C6-1A22-AAFC-7FB5946D8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5E619-284E-4B89-9B18-DB8D3DEDCE58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FE3933-856E-5526-7D8F-7F57ABCD1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A0354-697F-9F3D-FCB1-D2FFB0054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B131-E5B8-494A-9E7E-838568198F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9587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35B2E1-2BC2-5562-8045-58A9B5463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5E619-284E-4B89-9B18-DB8D3DEDCE58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0D9545-4735-57E5-8B8A-1ACF9966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A9FB3-A395-11C2-9154-7DE895DC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B131-E5B8-494A-9E7E-838568198F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487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CC734-EC5B-7559-EBB5-67737F984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4A52B-521F-C18D-1B14-12BA805BA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C9889-E2DE-D9BF-D6C1-AC487E2E7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4B7DC-E09E-7C66-58C9-057FEA10E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5E619-284E-4B89-9B18-DB8D3DEDCE58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F86B1-2BA1-13AA-1F3D-79E638FE9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7F39C-2043-87C0-7547-D70948ABB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B131-E5B8-494A-9E7E-838568198F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031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5A371-7B23-1215-395F-A55EB8081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E45F04-1E15-35BC-5404-67300B5BB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0E93C-2A7D-5E01-56C4-43C381165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BBE6A-3B0E-A0F0-B655-A854AFF6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5E619-284E-4B89-9B18-DB8D3DEDCE58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B7183-C7B0-84F4-6503-253570846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C6AC8-DDAF-7090-FA00-AECB56503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B131-E5B8-494A-9E7E-838568198F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877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95564-8916-FD1B-9898-127959F0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65578-BF38-08EF-CE3B-B7ED15B96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77C3F-C86D-124E-0D02-CC29997D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5E619-284E-4B89-9B18-DB8D3DEDCE58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36698-53AE-7DBD-E54F-D9F918E22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8FA94-B05D-EEC9-E183-987F564B7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B131-E5B8-494A-9E7E-838568198F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211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DAD231-456B-DE0A-8100-8696EE0F9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FD940-8FD6-51D8-474D-3BC891178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F1AAD-728F-9711-524E-2E44C9DAC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5E619-284E-4B89-9B18-DB8D3DEDCE58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83AA2-9116-5F0F-5621-9944CF49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99C08-75BD-3D67-68E5-F4BDB92D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B131-E5B8-494A-9E7E-838568198F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288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84CE56-5466-305A-84F0-59CBB9D7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5912C-340D-9F02-F271-70BB006AF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6F726-DD20-9E9C-D316-E4B380E86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85E619-284E-4B89-9B18-DB8D3DEDCE58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26E1C-D390-2A8F-6EFD-109F2B29F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9B79C-B982-CD42-8928-F31AA7DDC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FB131-E5B8-494A-9E7E-838568198F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628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brain&#10;&#10;AI-generated content may be incorrect.">
            <a:extLst>
              <a:ext uri="{FF2B5EF4-FFF2-40B4-BE49-F238E27FC236}">
                <a16:creationId xmlns:a16="http://schemas.microsoft.com/office/drawing/2014/main" id="{19238F6F-F756-423B-C429-6E150E52E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337" y="590154"/>
            <a:ext cx="7173326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7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mri&#10;&#10;AI-generated content may be incorrect.">
            <a:extLst>
              <a:ext uri="{FF2B5EF4-FFF2-40B4-BE49-F238E27FC236}">
                <a16:creationId xmlns:a16="http://schemas.microsoft.com/office/drawing/2014/main" id="{DA7156D8-F079-64BA-5356-EE7AA269F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495" y="409153"/>
            <a:ext cx="6335009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47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3AE82-17D7-26C1-EDC2-F8A577B4D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6AE86-9E10-C675-1C62-E9D255A67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 descr="A close-up of a brain&#10;&#10;AI-generated content may be incorrect.">
            <a:extLst>
              <a:ext uri="{FF2B5EF4-FFF2-40B4-BE49-F238E27FC236}">
                <a16:creationId xmlns:a16="http://schemas.microsoft.com/office/drawing/2014/main" id="{C74EB657-6FC7-4B20-D4BE-1C6600F21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363" y="590154"/>
            <a:ext cx="7335274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340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brain&#10;&#10;AI-generated content may be incorrect.">
            <a:extLst>
              <a:ext uri="{FF2B5EF4-FFF2-40B4-BE49-F238E27FC236}">
                <a16:creationId xmlns:a16="http://schemas.microsoft.com/office/drawing/2014/main" id="{45A618C5-01E3-3330-52D1-1D776E9D9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311" y="571101"/>
            <a:ext cx="6287377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697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Watson</dc:creator>
  <cp:lastModifiedBy>Neil Watson</cp:lastModifiedBy>
  <cp:revision>1</cp:revision>
  <dcterms:created xsi:type="dcterms:W3CDTF">2025-12-23T14:00:53Z</dcterms:created>
  <dcterms:modified xsi:type="dcterms:W3CDTF">2025-12-23T14:03:17Z</dcterms:modified>
</cp:coreProperties>
</file>