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2" autoAdjust="0"/>
    <p:restoredTop sz="94660"/>
  </p:normalViewPr>
  <p:slideViewPr>
    <p:cSldViewPr snapToGrid="0">
      <p:cViewPr>
        <p:scale>
          <a:sx n="75" d="100"/>
          <a:sy n="75" d="100"/>
        </p:scale>
        <p:origin x="-461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il Watson" userId="fb390cfcb650cb4a" providerId="LiveId" clId="{7EE97F63-9524-45E8-B5F1-8478BF8C8EB2}"/>
    <pc:docChg chg="custSel addSld modSld">
      <pc:chgData name="Neil Watson" userId="fb390cfcb650cb4a" providerId="LiveId" clId="{7EE97F63-9524-45E8-B5F1-8478BF8C8EB2}" dt="2025-12-23T09:27:53.635" v="20" actId="14100"/>
      <pc:docMkLst>
        <pc:docMk/>
      </pc:docMkLst>
      <pc:sldChg chg="addSp modSp mod">
        <pc:chgData name="Neil Watson" userId="fb390cfcb650cb4a" providerId="LiveId" clId="{7EE97F63-9524-45E8-B5F1-8478BF8C8EB2}" dt="2025-12-23T09:26:06.511" v="4" actId="1036"/>
        <pc:sldMkLst>
          <pc:docMk/>
          <pc:sldMk cId="2084525453" sldId="256"/>
        </pc:sldMkLst>
        <pc:spChg chg="add mod">
          <ac:chgData name="Neil Watson" userId="fb390cfcb650cb4a" providerId="LiveId" clId="{7EE97F63-9524-45E8-B5F1-8478BF8C8EB2}" dt="2025-12-23T09:26:06.511" v="4" actId="1036"/>
          <ac:spMkLst>
            <pc:docMk/>
            <pc:sldMk cId="2084525453" sldId="256"/>
            <ac:spMk id="6" creationId="{3223B6AE-AD3C-3601-C4AE-8D0432EED4BF}"/>
          </ac:spMkLst>
        </pc:spChg>
      </pc:sldChg>
      <pc:sldChg chg="addSp delSp modSp new mod">
        <pc:chgData name="Neil Watson" userId="fb390cfcb650cb4a" providerId="LiveId" clId="{7EE97F63-9524-45E8-B5F1-8478BF8C8EB2}" dt="2025-12-23T09:26:55.445" v="10" actId="478"/>
        <pc:sldMkLst>
          <pc:docMk/>
          <pc:sldMk cId="3407741651" sldId="257"/>
        </pc:sldMkLst>
        <pc:spChg chg="del">
          <ac:chgData name="Neil Watson" userId="fb390cfcb650cb4a" providerId="LiveId" clId="{7EE97F63-9524-45E8-B5F1-8478BF8C8EB2}" dt="2025-12-23T09:26:55.445" v="10" actId="478"/>
          <ac:spMkLst>
            <pc:docMk/>
            <pc:sldMk cId="3407741651" sldId="257"/>
            <ac:spMk id="2" creationId="{AF77F58C-C03F-67D2-7B7E-794A84CAB3C4}"/>
          </ac:spMkLst>
        </pc:spChg>
        <pc:spChg chg="del">
          <ac:chgData name="Neil Watson" userId="fb390cfcb650cb4a" providerId="LiveId" clId="{7EE97F63-9524-45E8-B5F1-8478BF8C8EB2}" dt="2025-12-23T09:26:54.799" v="9" actId="478"/>
          <ac:spMkLst>
            <pc:docMk/>
            <pc:sldMk cId="3407741651" sldId="257"/>
            <ac:spMk id="3" creationId="{04DCF974-7D09-D9B5-E884-9FDC59A086A2}"/>
          </ac:spMkLst>
        </pc:spChg>
        <pc:picChg chg="add mod">
          <ac:chgData name="Neil Watson" userId="fb390cfcb650cb4a" providerId="LiveId" clId="{7EE97F63-9524-45E8-B5F1-8478BF8C8EB2}" dt="2025-12-23T09:26:52.592" v="8" actId="962"/>
          <ac:picMkLst>
            <pc:docMk/>
            <pc:sldMk cId="3407741651" sldId="257"/>
            <ac:picMk id="5" creationId="{AB1BCF8F-645F-466A-C69F-36B129EE00A7}"/>
          </ac:picMkLst>
        </pc:picChg>
      </pc:sldChg>
      <pc:sldChg chg="addSp delSp modSp new mod">
        <pc:chgData name="Neil Watson" userId="fb390cfcb650cb4a" providerId="LiveId" clId="{7EE97F63-9524-45E8-B5F1-8478BF8C8EB2}" dt="2025-12-23T09:27:53.635" v="20" actId="14100"/>
        <pc:sldMkLst>
          <pc:docMk/>
          <pc:sldMk cId="3375203461" sldId="258"/>
        </pc:sldMkLst>
        <pc:spChg chg="del">
          <ac:chgData name="Neil Watson" userId="fb390cfcb650cb4a" providerId="LiveId" clId="{7EE97F63-9524-45E8-B5F1-8478BF8C8EB2}" dt="2025-12-23T09:27:28.496" v="12" actId="478"/>
          <ac:spMkLst>
            <pc:docMk/>
            <pc:sldMk cId="3375203461" sldId="258"/>
            <ac:spMk id="2" creationId="{BAA5A7D6-BDA3-94CA-2A31-A53A6923D4B2}"/>
          </ac:spMkLst>
        </pc:spChg>
        <pc:spChg chg="del">
          <ac:chgData name="Neil Watson" userId="fb390cfcb650cb4a" providerId="LiveId" clId="{7EE97F63-9524-45E8-B5F1-8478BF8C8EB2}" dt="2025-12-23T09:27:29.336" v="13" actId="478"/>
          <ac:spMkLst>
            <pc:docMk/>
            <pc:sldMk cId="3375203461" sldId="258"/>
            <ac:spMk id="3" creationId="{19E8B68B-7E3F-544C-8264-260AE7AE09CF}"/>
          </ac:spMkLst>
        </pc:spChg>
        <pc:spChg chg="add mod">
          <ac:chgData name="Neil Watson" userId="fb390cfcb650cb4a" providerId="LiveId" clId="{7EE97F63-9524-45E8-B5F1-8478BF8C8EB2}" dt="2025-12-23T09:27:53.635" v="20" actId="14100"/>
          <ac:spMkLst>
            <pc:docMk/>
            <pc:sldMk cId="3375203461" sldId="258"/>
            <ac:spMk id="6" creationId="{EDBD5895-A0EF-0978-3044-EDC8C8EB94E3}"/>
          </ac:spMkLst>
        </pc:spChg>
        <pc:picChg chg="add mod">
          <ac:chgData name="Neil Watson" userId="fb390cfcb650cb4a" providerId="LiveId" clId="{7EE97F63-9524-45E8-B5F1-8478BF8C8EB2}" dt="2025-12-23T09:27:31.784" v="16" actId="962"/>
          <ac:picMkLst>
            <pc:docMk/>
            <pc:sldMk cId="3375203461" sldId="258"/>
            <ac:picMk id="5" creationId="{A0F40630-2E6C-1BA0-A77C-92697BF4868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CB39D-30C5-465F-E5A9-35673D9141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ABF4F5-331B-73C9-81CC-5B67190152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EC504-3481-C6BD-CC35-F7C066E33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08C46-160A-49B6-9300-76A3B8A01150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20971-52D3-FB4C-A0DC-A8C864712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1D2E9-D02F-0D92-E760-323E2813E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ACBD-CC3F-4B1B-96AD-E166DE45F6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1080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13DF2-DEAA-0C5A-3FAB-D92717F91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57942-367E-5C21-F78D-17A127A55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4C8E6-3A75-C6F9-E5C4-1D10BEBD5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08C46-160A-49B6-9300-76A3B8A01150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F3261-9FA6-35AE-079B-182F8896D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988C0-A2BE-5749-BF3B-D3BA445DA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ACBD-CC3F-4B1B-96AD-E166DE45F6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9522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D50E6-EFC8-7501-1A8D-DB091284D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81B379-CD3D-4D3B-8150-9DE63C128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CD12A-D1E3-4592-7090-EBC9C88BC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08C46-160A-49B6-9300-76A3B8A01150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C7220-CFF7-2CB7-AEE5-985DF5BC5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505EB-A9D2-DB2F-80EA-B8DFA4CD1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ACBD-CC3F-4B1B-96AD-E166DE45F6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5238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81910-EFD0-E3B1-B66C-6DC68C495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8D985-3386-95AA-F3CA-60E65D494C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7CA298-81F6-B94E-4FBB-57B4735433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3FA3D7-D3CF-F7F1-CC79-23D002152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08C46-160A-49B6-9300-76A3B8A01150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F77023-96FC-1019-1DC5-1998B40EF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C9447A-773B-29A8-589A-D46A05F98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ACBD-CC3F-4B1B-96AD-E166DE45F6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9950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D67DB-584C-F5BD-0DB3-F34BE54B0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9CF7AB-3C9F-8875-58BB-34A130152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523FCD-B783-2C60-FD0A-DEACE30B31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58A700-1107-ADE2-FF1B-1A3B311AC8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03F84A-548E-610F-0496-B7F78D3794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EC7C94-DCC6-24DD-6E3F-D2240B36D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08C46-160A-49B6-9300-76A3B8A01150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766F0E-8D01-056A-B348-AD5E7E278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1C0CEB-C219-FACC-A61E-43D04B7C4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ACBD-CC3F-4B1B-96AD-E166DE45F6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2282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33B3D-7BDF-E97D-2E53-A67DA2DE4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DF216F-9AB2-2868-0EC2-43B6A0C63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08C46-160A-49B6-9300-76A3B8A01150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2CFA47-AC9A-32A0-3455-AFD8BD3EF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39D324-9F26-8934-CCDF-BB7E77C19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ACBD-CC3F-4B1B-96AD-E166DE45F6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1962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0FA6EF-6A6B-767D-A919-4798C0229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08C46-160A-49B6-9300-76A3B8A01150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D29757-3489-ACB9-B105-34AA92D54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BA571-A720-3D3C-C3C2-60DBD2F40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ACBD-CC3F-4B1B-96AD-E166DE45F6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1965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62837-4A42-E754-385F-C28E7D322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685A9-3D3A-5A0F-7199-088496C82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A9EED9-BD6E-A22F-2DF1-5EA6540FB1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D6E88-CE51-E01C-5E9A-36D5887EF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08C46-160A-49B6-9300-76A3B8A01150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899CB-4EF8-8704-669E-163048919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578A4-B81F-59D1-A817-C61366C70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ACBD-CC3F-4B1B-96AD-E166DE45F6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1481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71B94-C44E-B439-B0C0-9B623ED44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62E5AF-9ED7-27D7-9790-D807FE0829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6B872A-FBFA-7D98-9048-9E6A415760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AAA711-A496-6A62-E607-FB0B08045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08C46-160A-49B6-9300-76A3B8A01150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9A30B-CF63-25DA-4434-DFBB40B2A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8F1AC-1165-D00D-9CFC-2B8E922A6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ACBD-CC3F-4B1B-96AD-E166DE45F6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006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65CAD-C537-B5EF-7AF2-F2F0DCB89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E6B5BA-DEB8-1401-5F94-E4E40130BF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E648B-01D7-254C-1AA0-F22DE76E8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08C46-160A-49B6-9300-76A3B8A01150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5C6EF-ECD7-0250-503D-7D0DFEC1A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4B14A-4EAA-89FF-2926-3349779F7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ACBD-CC3F-4B1B-96AD-E166DE45F6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4550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487316-8925-D43C-4331-0FF8F1415F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EDEE24-2ABB-BF1F-18A0-5EB5D547BF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719D0-50CC-819F-E6E9-845BA857E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08C46-160A-49B6-9300-76A3B8A01150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F50AF-BE05-AECE-BA93-CCF3D2618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EB8BF-FCE7-A848-B2E4-E1172E7C5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ACBD-CC3F-4B1B-96AD-E166DE45F6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0066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795402-BAE3-3338-D61D-ED0527652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76D84F-D414-2F62-C70D-6F315E989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06E1B-9238-EC8C-15B8-4FD3215263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808C46-160A-49B6-9300-76A3B8A01150}" type="datetimeFigureOut">
              <a:rPr lang="en-GB" smtClean="0"/>
              <a:t>23/12/2025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6846EB-24F4-A13E-39F6-77529D7F5D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4F998-8716-4C8B-4DDD-F84018025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7EACBD-CC3F-4B1B-96AD-E166DE45F6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6093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ct scan&#10;&#10;AI-generated content may be incorrect.">
            <a:extLst>
              <a:ext uri="{FF2B5EF4-FFF2-40B4-BE49-F238E27FC236}">
                <a16:creationId xmlns:a16="http://schemas.microsoft.com/office/drawing/2014/main" id="{D9C5C2C6-9EDC-C37A-87B3-3BF03FA0D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599" y="423443"/>
            <a:ext cx="7706801" cy="60111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223B6AE-AD3C-3601-C4AE-8D0432EED4BF}"/>
              </a:ext>
            </a:extLst>
          </p:cNvPr>
          <p:cNvSpPr/>
          <p:nvPr/>
        </p:nvSpPr>
        <p:spPr>
          <a:xfrm>
            <a:off x="2458995" y="438683"/>
            <a:ext cx="333632" cy="3303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4525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AB1BCF8F-645F-466A-C69F-36B129EE0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336" y="461548"/>
            <a:ext cx="7897327" cy="593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741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brain&#10;&#10;AI-generated content may be incorrect.">
            <a:extLst>
              <a:ext uri="{FF2B5EF4-FFF2-40B4-BE49-F238E27FC236}">
                <a16:creationId xmlns:a16="http://schemas.microsoft.com/office/drawing/2014/main" id="{A0F40630-2E6C-1BA0-A77C-92697BF48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390" y="418680"/>
            <a:ext cx="6049219" cy="60206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DBD5895-A0EF-0978-3044-EDC8C8EB94E3}"/>
              </a:ext>
            </a:extLst>
          </p:cNvPr>
          <p:cNvSpPr/>
          <p:nvPr/>
        </p:nvSpPr>
        <p:spPr>
          <a:xfrm>
            <a:off x="3071390" y="4386805"/>
            <a:ext cx="1561570" cy="671332"/>
          </a:xfrm>
          <a:prstGeom prst="rect">
            <a:avLst/>
          </a:prstGeom>
          <a:solidFill>
            <a:srgbClr val="ADAD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5203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Watson</dc:creator>
  <cp:lastModifiedBy>Neil Watson</cp:lastModifiedBy>
  <cp:revision>1</cp:revision>
  <dcterms:created xsi:type="dcterms:W3CDTF">2025-12-23T09:25:18Z</dcterms:created>
  <dcterms:modified xsi:type="dcterms:W3CDTF">2025-12-23T09:28:02Z</dcterms:modified>
</cp:coreProperties>
</file>